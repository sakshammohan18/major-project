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2" r:id="rId3"/>
    <p:sldId id="260" r:id="rId4"/>
    <p:sldId id="261" r:id="rId5"/>
    <p:sldId id="258" r:id="rId6"/>
    <p:sldId id="259" r:id="rId7"/>
    <p:sldId id="266" r:id="rId8"/>
    <p:sldId id="263" r:id="rId9"/>
    <p:sldId id="257"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8A6495-95B0-4800-8F88-34C6762A4F81}" v="3" dt="2025-04-19T14:20:41.1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686D5F-41C4-45D2-BF08-374DF665674C}" type="datetimeFigureOut">
              <a:rPr lang="en-IN" smtClean="0"/>
              <a:t>01-05-2025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15BFAF-32A6-4B19-8D6C-3C082298B3A6}" type="slidenum">
              <a:rPr lang="en-IN" smtClean="0"/>
              <a:t>‹#›</a:t>
            </a:fld>
            <a:endParaRPr lang="en-IN"/>
          </a:p>
        </p:txBody>
      </p:sp>
    </p:spTree>
    <p:extLst>
      <p:ext uri="{BB962C8B-B14F-4D97-AF65-F5344CB8AC3E}">
        <p14:creationId xmlns:p14="http://schemas.microsoft.com/office/powerpoint/2010/main" val="3737045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B15BFAF-32A6-4B19-8D6C-3C082298B3A6}" type="slidenum">
              <a:rPr lang="en-IN" smtClean="0"/>
              <a:t>4</a:t>
            </a:fld>
            <a:endParaRPr lang="en-IN"/>
          </a:p>
        </p:txBody>
      </p:sp>
    </p:spTree>
    <p:extLst>
      <p:ext uri="{BB962C8B-B14F-4D97-AF65-F5344CB8AC3E}">
        <p14:creationId xmlns:p14="http://schemas.microsoft.com/office/powerpoint/2010/main" val="2415336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5DEEC-9C27-2E2D-17AC-1FCFF8B8B1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EF0F99A-11BD-3CE7-0288-435A0C036A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7F7289B-FE56-0548-680E-143EBF59956A}"/>
              </a:ext>
            </a:extLst>
          </p:cNvPr>
          <p:cNvSpPr>
            <a:spLocks noGrp="1"/>
          </p:cNvSpPr>
          <p:nvPr>
            <p:ph type="dt" sz="half" idx="10"/>
          </p:nvPr>
        </p:nvSpPr>
        <p:spPr/>
        <p:txBody>
          <a:bodyPr/>
          <a:lstStyle/>
          <a:p>
            <a:fld id="{A93C23CD-11CD-4160-84DB-3049B76160BD}" type="datetimeFigureOut">
              <a:rPr lang="en-IN" smtClean="0"/>
              <a:t>01-05-2025</a:t>
            </a:fld>
            <a:endParaRPr lang="en-IN"/>
          </a:p>
        </p:txBody>
      </p:sp>
      <p:sp>
        <p:nvSpPr>
          <p:cNvPr id="5" name="Footer Placeholder 4">
            <a:extLst>
              <a:ext uri="{FF2B5EF4-FFF2-40B4-BE49-F238E27FC236}">
                <a16:creationId xmlns:a16="http://schemas.microsoft.com/office/drawing/2014/main" id="{3D6C51D8-A4B9-5FD7-5B30-E857442BBA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A5C18B-73DB-B0A9-A6D1-96C9BFDF64FA}"/>
              </a:ext>
            </a:extLst>
          </p:cNvPr>
          <p:cNvSpPr>
            <a:spLocks noGrp="1"/>
          </p:cNvSpPr>
          <p:nvPr>
            <p:ph type="sldNum" sz="quarter" idx="12"/>
          </p:nvPr>
        </p:nvSpPr>
        <p:spPr/>
        <p:txBody>
          <a:bodyPr/>
          <a:lstStyle/>
          <a:p>
            <a:fld id="{B80E08C8-8878-45FB-AFA0-323976C9F44F}" type="slidenum">
              <a:rPr lang="en-IN" smtClean="0"/>
              <a:t>‹#›</a:t>
            </a:fld>
            <a:endParaRPr lang="en-IN"/>
          </a:p>
        </p:txBody>
      </p:sp>
    </p:spTree>
    <p:extLst>
      <p:ext uri="{BB962C8B-B14F-4D97-AF65-F5344CB8AC3E}">
        <p14:creationId xmlns:p14="http://schemas.microsoft.com/office/powerpoint/2010/main" val="4044550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06C62-12E0-59D7-6227-7EEEB5F164B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C5AEC1-0FC7-561F-DAD0-DD1623676D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3E7721-7B95-2643-698A-36C8C4571F1B}"/>
              </a:ext>
            </a:extLst>
          </p:cNvPr>
          <p:cNvSpPr>
            <a:spLocks noGrp="1"/>
          </p:cNvSpPr>
          <p:nvPr>
            <p:ph type="dt" sz="half" idx="10"/>
          </p:nvPr>
        </p:nvSpPr>
        <p:spPr/>
        <p:txBody>
          <a:bodyPr/>
          <a:lstStyle/>
          <a:p>
            <a:fld id="{A93C23CD-11CD-4160-84DB-3049B76160BD}" type="datetimeFigureOut">
              <a:rPr lang="en-IN" smtClean="0"/>
              <a:t>01-05-2025</a:t>
            </a:fld>
            <a:endParaRPr lang="en-IN"/>
          </a:p>
        </p:txBody>
      </p:sp>
      <p:sp>
        <p:nvSpPr>
          <p:cNvPr id="5" name="Footer Placeholder 4">
            <a:extLst>
              <a:ext uri="{FF2B5EF4-FFF2-40B4-BE49-F238E27FC236}">
                <a16:creationId xmlns:a16="http://schemas.microsoft.com/office/drawing/2014/main" id="{2E5451FC-3616-A41A-AFCE-7D2FC30885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A15106-4E58-6B11-46E7-DFBBADD1A410}"/>
              </a:ext>
            </a:extLst>
          </p:cNvPr>
          <p:cNvSpPr>
            <a:spLocks noGrp="1"/>
          </p:cNvSpPr>
          <p:nvPr>
            <p:ph type="sldNum" sz="quarter" idx="12"/>
          </p:nvPr>
        </p:nvSpPr>
        <p:spPr/>
        <p:txBody>
          <a:bodyPr/>
          <a:lstStyle/>
          <a:p>
            <a:fld id="{B80E08C8-8878-45FB-AFA0-323976C9F44F}" type="slidenum">
              <a:rPr lang="en-IN" smtClean="0"/>
              <a:t>‹#›</a:t>
            </a:fld>
            <a:endParaRPr lang="en-IN"/>
          </a:p>
        </p:txBody>
      </p:sp>
    </p:spTree>
    <p:extLst>
      <p:ext uri="{BB962C8B-B14F-4D97-AF65-F5344CB8AC3E}">
        <p14:creationId xmlns:p14="http://schemas.microsoft.com/office/powerpoint/2010/main" val="1693654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DD69F-F282-E31E-BD18-27734699A6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764D715-61AF-955C-1BB8-A4CD9BBE72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56859F-97D9-5C3D-0EC9-B8C25ECD6DF2}"/>
              </a:ext>
            </a:extLst>
          </p:cNvPr>
          <p:cNvSpPr>
            <a:spLocks noGrp="1"/>
          </p:cNvSpPr>
          <p:nvPr>
            <p:ph type="dt" sz="half" idx="10"/>
          </p:nvPr>
        </p:nvSpPr>
        <p:spPr/>
        <p:txBody>
          <a:bodyPr/>
          <a:lstStyle/>
          <a:p>
            <a:fld id="{A93C23CD-11CD-4160-84DB-3049B76160BD}" type="datetimeFigureOut">
              <a:rPr lang="en-IN" smtClean="0"/>
              <a:t>01-05-2025</a:t>
            </a:fld>
            <a:endParaRPr lang="en-IN"/>
          </a:p>
        </p:txBody>
      </p:sp>
      <p:sp>
        <p:nvSpPr>
          <p:cNvPr id="5" name="Footer Placeholder 4">
            <a:extLst>
              <a:ext uri="{FF2B5EF4-FFF2-40B4-BE49-F238E27FC236}">
                <a16:creationId xmlns:a16="http://schemas.microsoft.com/office/drawing/2014/main" id="{BBE3C676-8ED0-E804-3B8B-EB9A4D9111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C627BD-A5B4-8CB6-D801-5187367A2112}"/>
              </a:ext>
            </a:extLst>
          </p:cNvPr>
          <p:cNvSpPr>
            <a:spLocks noGrp="1"/>
          </p:cNvSpPr>
          <p:nvPr>
            <p:ph type="sldNum" sz="quarter" idx="12"/>
          </p:nvPr>
        </p:nvSpPr>
        <p:spPr/>
        <p:txBody>
          <a:bodyPr/>
          <a:lstStyle/>
          <a:p>
            <a:fld id="{B80E08C8-8878-45FB-AFA0-323976C9F44F}" type="slidenum">
              <a:rPr lang="en-IN" smtClean="0"/>
              <a:t>‹#›</a:t>
            </a:fld>
            <a:endParaRPr lang="en-IN"/>
          </a:p>
        </p:txBody>
      </p:sp>
    </p:spTree>
    <p:extLst>
      <p:ext uri="{BB962C8B-B14F-4D97-AF65-F5344CB8AC3E}">
        <p14:creationId xmlns:p14="http://schemas.microsoft.com/office/powerpoint/2010/main" val="3448049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C2FE-7E7C-3928-99DE-54AE0A983E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C9FF49-6366-F205-B92D-F760D841D7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A58E88-A5B3-7441-FA73-754836C6F3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07DB6B-8D2E-1EF1-742A-F30108BFDBB7}"/>
              </a:ext>
            </a:extLst>
          </p:cNvPr>
          <p:cNvSpPr>
            <a:spLocks noGrp="1"/>
          </p:cNvSpPr>
          <p:nvPr>
            <p:ph type="dt" sz="half" idx="10"/>
          </p:nvPr>
        </p:nvSpPr>
        <p:spPr/>
        <p:txBody>
          <a:bodyPr/>
          <a:lstStyle/>
          <a:p>
            <a:fld id="{A93C23CD-11CD-4160-84DB-3049B76160BD}" type="datetimeFigureOut">
              <a:rPr lang="en-IN" smtClean="0"/>
              <a:t>01-05-2025</a:t>
            </a:fld>
            <a:endParaRPr lang="en-IN"/>
          </a:p>
        </p:txBody>
      </p:sp>
      <p:sp>
        <p:nvSpPr>
          <p:cNvPr id="6" name="Footer Placeholder 5">
            <a:extLst>
              <a:ext uri="{FF2B5EF4-FFF2-40B4-BE49-F238E27FC236}">
                <a16:creationId xmlns:a16="http://schemas.microsoft.com/office/drawing/2014/main" id="{29401165-D0E8-2955-231B-2566798E19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C318F4-9A44-7EB1-06EF-55E1212E2428}"/>
              </a:ext>
            </a:extLst>
          </p:cNvPr>
          <p:cNvSpPr>
            <a:spLocks noGrp="1"/>
          </p:cNvSpPr>
          <p:nvPr>
            <p:ph type="sldNum" sz="quarter" idx="12"/>
          </p:nvPr>
        </p:nvSpPr>
        <p:spPr/>
        <p:txBody>
          <a:bodyPr/>
          <a:lstStyle/>
          <a:p>
            <a:fld id="{B80E08C8-8878-45FB-AFA0-323976C9F44F}" type="slidenum">
              <a:rPr lang="en-IN" smtClean="0"/>
              <a:t>‹#›</a:t>
            </a:fld>
            <a:endParaRPr lang="en-IN"/>
          </a:p>
        </p:txBody>
      </p:sp>
    </p:spTree>
    <p:extLst>
      <p:ext uri="{BB962C8B-B14F-4D97-AF65-F5344CB8AC3E}">
        <p14:creationId xmlns:p14="http://schemas.microsoft.com/office/powerpoint/2010/main" val="2201833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E017-21F8-39EF-B20D-49A1DCAD199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5BC345-729F-AD9B-4581-55B08348E3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6AF32A-686C-34E6-989C-F413FCD188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A5C9FD3-AD0C-8CC7-8BDE-B60A886D7E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8A893C-6CAC-7816-085C-7CA61D4973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4967DFE-4738-C23E-2D39-E47F5967F225}"/>
              </a:ext>
            </a:extLst>
          </p:cNvPr>
          <p:cNvSpPr>
            <a:spLocks noGrp="1"/>
          </p:cNvSpPr>
          <p:nvPr>
            <p:ph type="dt" sz="half" idx="10"/>
          </p:nvPr>
        </p:nvSpPr>
        <p:spPr/>
        <p:txBody>
          <a:bodyPr/>
          <a:lstStyle/>
          <a:p>
            <a:fld id="{A93C23CD-11CD-4160-84DB-3049B76160BD}" type="datetimeFigureOut">
              <a:rPr lang="en-IN" smtClean="0"/>
              <a:t>01-05-2025</a:t>
            </a:fld>
            <a:endParaRPr lang="en-IN"/>
          </a:p>
        </p:txBody>
      </p:sp>
      <p:sp>
        <p:nvSpPr>
          <p:cNvPr id="8" name="Footer Placeholder 7">
            <a:extLst>
              <a:ext uri="{FF2B5EF4-FFF2-40B4-BE49-F238E27FC236}">
                <a16:creationId xmlns:a16="http://schemas.microsoft.com/office/drawing/2014/main" id="{5CEC117E-7796-471D-4ACA-6E93AA0F48B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E5BB345-3C5A-D63F-04BA-CFD3DFB44F97}"/>
              </a:ext>
            </a:extLst>
          </p:cNvPr>
          <p:cNvSpPr>
            <a:spLocks noGrp="1"/>
          </p:cNvSpPr>
          <p:nvPr>
            <p:ph type="sldNum" sz="quarter" idx="12"/>
          </p:nvPr>
        </p:nvSpPr>
        <p:spPr/>
        <p:txBody>
          <a:bodyPr/>
          <a:lstStyle/>
          <a:p>
            <a:fld id="{B80E08C8-8878-45FB-AFA0-323976C9F44F}" type="slidenum">
              <a:rPr lang="en-IN" smtClean="0"/>
              <a:t>‹#›</a:t>
            </a:fld>
            <a:endParaRPr lang="en-IN"/>
          </a:p>
        </p:txBody>
      </p:sp>
    </p:spTree>
    <p:extLst>
      <p:ext uri="{BB962C8B-B14F-4D97-AF65-F5344CB8AC3E}">
        <p14:creationId xmlns:p14="http://schemas.microsoft.com/office/powerpoint/2010/main" val="4229554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46FD6-EBBA-9B14-2436-736DC1CC17C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1556CE9-A847-7926-C5CA-2EC2FE37DAC4}"/>
              </a:ext>
            </a:extLst>
          </p:cNvPr>
          <p:cNvSpPr>
            <a:spLocks noGrp="1"/>
          </p:cNvSpPr>
          <p:nvPr>
            <p:ph type="dt" sz="half" idx="10"/>
          </p:nvPr>
        </p:nvSpPr>
        <p:spPr/>
        <p:txBody>
          <a:bodyPr/>
          <a:lstStyle/>
          <a:p>
            <a:fld id="{A93C23CD-11CD-4160-84DB-3049B76160BD}" type="datetimeFigureOut">
              <a:rPr lang="en-IN" smtClean="0"/>
              <a:t>01-05-2025</a:t>
            </a:fld>
            <a:endParaRPr lang="en-IN"/>
          </a:p>
        </p:txBody>
      </p:sp>
      <p:sp>
        <p:nvSpPr>
          <p:cNvPr id="4" name="Footer Placeholder 3">
            <a:extLst>
              <a:ext uri="{FF2B5EF4-FFF2-40B4-BE49-F238E27FC236}">
                <a16:creationId xmlns:a16="http://schemas.microsoft.com/office/drawing/2014/main" id="{AF626EDA-9FBB-A15E-410C-1C48E262B97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10268CF-6D78-3CF6-C9DA-DA0F4888F819}"/>
              </a:ext>
            </a:extLst>
          </p:cNvPr>
          <p:cNvSpPr>
            <a:spLocks noGrp="1"/>
          </p:cNvSpPr>
          <p:nvPr>
            <p:ph type="sldNum" sz="quarter" idx="12"/>
          </p:nvPr>
        </p:nvSpPr>
        <p:spPr/>
        <p:txBody>
          <a:bodyPr/>
          <a:lstStyle/>
          <a:p>
            <a:fld id="{B80E08C8-8878-45FB-AFA0-323976C9F44F}" type="slidenum">
              <a:rPr lang="en-IN" smtClean="0"/>
              <a:t>‹#›</a:t>
            </a:fld>
            <a:endParaRPr lang="en-IN"/>
          </a:p>
        </p:txBody>
      </p:sp>
    </p:spTree>
    <p:extLst>
      <p:ext uri="{BB962C8B-B14F-4D97-AF65-F5344CB8AC3E}">
        <p14:creationId xmlns:p14="http://schemas.microsoft.com/office/powerpoint/2010/main" val="3858050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89E848-76E5-983D-1DCB-B0F7F00F9359}"/>
              </a:ext>
            </a:extLst>
          </p:cNvPr>
          <p:cNvSpPr>
            <a:spLocks noGrp="1"/>
          </p:cNvSpPr>
          <p:nvPr>
            <p:ph type="dt" sz="half" idx="10"/>
          </p:nvPr>
        </p:nvSpPr>
        <p:spPr/>
        <p:txBody>
          <a:bodyPr/>
          <a:lstStyle/>
          <a:p>
            <a:fld id="{A93C23CD-11CD-4160-84DB-3049B76160BD}" type="datetimeFigureOut">
              <a:rPr lang="en-IN" smtClean="0"/>
              <a:t>01-05-2025</a:t>
            </a:fld>
            <a:endParaRPr lang="en-IN"/>
          </a:p>
        </p:txBody>
      </p:sp>
      <p:sp>
        <p:nvSpPr>
          <p:cNvPr id="3" name="Footer Placeholder 2">
            <a:extLst>
              <a:ext uri="{FF2B5EF4-FFF2-40B4-BE49-F238E27FC236}">
                <a16:creationId xmlns:a16="http://schemas.microsoft.com/office/drawing/2014/main" id="{1E76D382-FF4B-9F15-D46A-5907BAA71A8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0A556C9-0B38-3C6B-6E23-C75C95BA56AC}"/>
              </a:ext>
            </a:extLst>
          </p:cNvPr>
          <p:cNvSpPr>
            <a:spLocks noGrp="1"/>
          </p:cNvSpPr>
          <p:nvPr>
            <p:ph type="sldNum" sz="quarter" idx="12"/>
          </p:nvPr>
        </p:nvSpPr>
        <p:spPr/>
        <p:txBody>
          <a:bodyPr/>
          <a:lstStyle/>
          <a:p>
            <a:fld id="{B80E08C8-8878-45FB-AFA0-323976C9F44F}" type="slidenum">
              <a:rPr lang="en-IN" smtClean="0"/>
              <a:t>‹#›</a:t>
            </a:fld>
            <a:endParaRPr lang="en-IN"/>
          </a:p>
        </p:txBody>
      </p:sp>
    </p:spTree>
    <p:extLst>
      <p:ext uri="{BB962C8B-B14F-4D97-AF65-F5344CB8AC3E}">
        <p14:creationId xmlns:p14="http://schemas.microsoft.com/office/powerpoint/2010/main" val="3413863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5C034-2C2A-151D-0EC9-AC08EE47B9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50E079A-134C-64B6-C2EC-EC2D52E16D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5E33F00-1F88-BE77-5126-5E10055F2D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62342C-90F3-E20E-F28E-69BDDB70DD84}"/>
              </a:ext>
            </a:extLst>
          </p:cNvPr>
          <p:cNvSpPr>
            <a:spLocks noGrp="1"/>
          </p:cNvSpPr>
          <p:nvPr>
            <p:ph type="dt" sz="half" idx="10"/>
          </p:nvPr>
        </p:nvSpPr>
        <p:spPr/>
        <p:txBody>
          <a:bodyPr/>
          <a:lstStyle/>
          <a:p>
            <a:fld id="{A93C23CD-11CD-4160-84DB-3049B76160BD}" type="datetimeFigureOut">
              <a:rPr lang="en-IN" smtClean="0"/>
              <a:t>01-05-2025</a:t>
            </a:fld>
            <a:endParaRPr lang="en-IN"/>
          </a:p>
        </p:txBody>
      </p:sp>
      <p:sp>
        <p:nvSpPr>
          <p:cNvPr id="6" name="Footer Placeholder 5">
            <a:extLst>
              <a:ext uri="{FF2B5EF4-FFF2-40B4-BE49-F238E27FC236}">
                <a16:creationId xmlns:a16="http://schemas.microsoft.com/office/drawing/2014/main" id="{85E4BE4D-16F1-02A8-90C7-0993B8A565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06D78B-A3D2-9807-D2AF-E3146EA2AEC5}"/>
              </a:ext>
            </a:extLst>
          </p:cNvPr>
          <p:cNvSpPr>
            <a:spLocks noGrp="1"/>
          </p:cNvSpPr>
          <p:nvPr>
            <p:ph type="sldNum" sz="quarter" idx="12"/>
          </p:nvPr>
        </p:nvSpPr>
        <p:spPr/>
        <p:txBody>
          <a:bodyPr/>
          <a:lstStyle/>
          <a:p>
            <a:fld id="{B80E08C8-8878-45FB-AFA0-323976C9F44F}" type="slidenum">
              <a:rPr lang="en-IN" smtClean="0"/>
              <a:t>‹#›</a:t>
            </a:fld>
            <a:endParaRPr lang="en-IN"/>
          </a:p>
        </p:txBody>
      </p:sp>
    </p:spTree>
    <p:extLst>
      <p:ext uri="{BB962C8B-B14F-4D97-AF65-F5344CB8AC3E}">
        <p14:creationId xmlns:p14="http://schemas.microsoft.com/office/powerpoint/2010/main" val="2882340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874E0-A7C9-1937-E5D0-787999A70D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F114C25-650E-B666-9297-95E26F9E90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AF2E6C-89AD-B267-9B39-436E85DDB8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7A66A2-3FB9-BFFC-DA66-293D03B228A3}"/>
              </a:ext>
            </a:extLst>
          </p:cNvPr>
          <p:cNvSpPr>
            <a:spLocks noGrp="1"/>
          </p:cNvSpPr>
          <p:nvPr>
            <p:ph type="dt" sz="half" idx="10"/>
          </p:nvPr>
        </p:nvSpPr>
        <p:spPr/>
        <p:txBody>
          <a:bodyPr/>
          <a:lstStyle/>
          <a:p>
            <a:fld id="{A93C23CD-11CD-4160-84DB-3049B76160BD}" type="datetimeFigureOut">
              <a:rPr lang="en-IN" smtClean="0"/>
              <a:t>01-05-2025</a:t>
            </a:fld>
            <a:endParaRPr lang="en-IN"/>
          </a:p>
        </p:txBody>
      </p:sp>
      <p:sp>
        <p:nvSpPr>
          <p:cNvPr id="6" name="Footer Placeholder 5">
            <a:extLst>
              <a:ext uri="{FF2B5EF4-FFF2-40B4-BE49-F238E27FC236}">
                <a16:creationId xmlns:a16="http://schemas.microsoft.com/office/drawing/2014/main" id="{9250D657-E108-791A-3B2A-6D807988D4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A7681C-8C20-7400-548B-7C88458BBD0A}"/>
              </a:ext>
            </a:extLst>
          </p:cNvPr>
          <p:cNvSpPr>
            <a:spLocks noGrp="1"/>
          </p:cNvSpPr>
          <p:nvPr>
            <p:ph type="sldNum" sz="quarter" idx="12"/>
          </p:nvPr>
        </p:nvSpPr>
        <p:spPr/>
        <p:txBody>
          <a:bodyPr/>
          <a:lstStyle/>
          <a:p>
            <a:fld id="{B80E08C8-8878-45FB-AFA0-323976C9F44F}" type="slidenum">
              <a:rPr lang="en-IN" smtClean="0"/>
              <a:t>‹#›</a:t>
            </a:fld>
            <a:endParaRPr lang="en-IN"/>
          </a:p>
        </p:txBody>
      </p:sp>
    </p:spTree>
    <p:extLst>
      <p:ext uri="{BB962C8B-B14F-4D97-AF65-F5344CB8AC3E}">
        <p14:creationId xmlns:p14="http://schemas.microsoft.com/office/powerpoint/2010/main" val="3337574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F1852-D779-8B7A-E045-3479C96CC8D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AD4FF5-B2A1-5729-9F49-5BA1BF051B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561CFA-A174-6B3F-2086-1137769C08B9}"/>
              </a:ext>
            </a:extLst>
          </p:cNvPr>
          <p:cNvSpPr>
            <a:spLocks noGrp="1"/>
          </p:cNvSpPr>
          <p:nvPr>
            <p:ph type="dt" sz="half" idx="10"/>
          </p:nvPr>
        </p:nvSpPr>
        <p:spPr/>
        <p:txBody>
          <a:bodyPr/>
          <a:lstStyle/>
          <a:p>
            <a:fld id="{A93C23CD-11CD-4160-84DB-3049B76160BD}" type="datetimeFigureOut">
              <a:rPr lang="en-IN" smtClean="0"/>
              <a:t>01-05-2025</a:t>
            </a:fld>
            <a:endParaRPr lang="en-IN"/>
          </a:p>
        </p:txBody>
      </p:sp>
      <p:sp>
        <p:nvSpPr>
          <p:cNvPr id="5" name="Footer Placeholder 4">
            <a:extLst>
              <a:ext uri="{FF2B5EF4-FFF2-40B4-BE49-F238E27FC236}">
                <a16:creationId xmlns:a16="http://schemas.microsoft.com/office/drawing/2014/main" id="{F1F42852-CD7B-0E76-16BF-85E6104216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7D48C5-E354-BFE7-A5F2-168044D61366}"/>
              </a:ext>
            </a:extLst>
          </p:cNvPr>
          <p:cNvSpPr>
            <a:spLocks noGrp="1"/>
          </p:cNvSpPr>
          <p:nvPr>
            <p:ph type="sldNum" sz="quarter" idx="12"/>
          </p:nvPr>
        </p:nvSpPr>
        <p:spPr/>
        <p:txBody>
          <a:bodyPr/>
          <a:lstStyle/>
          <a:p>
            <a:fld id="{B80E08C8-8878-45FB-AFA0-323976C9F44F}" type="slidenum">
              <a:rPr lang="en-IN" smtClean="0"/>
              <a:t>‹#›</a:t>
            </a:fld>
            <a:endParaRPr lang="en-IN"/>
          </a:p>
        </p:txBody>
      </p:sp>
    </p:spTree>
    <p:extLst>
      <p:ext uri="{BB962C8B-B14F-4D97-AF65-F5344CB8AC3E}">
        <p14:creationId xmlns:p14="http://schemas.microsoft.com/office/powerpoint/2010/main" val="2211215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A9082C-2821-5D80-424E-CCAF4A68224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857207-96B9-5816-C552-8898EBE39E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A61682-6A73-4CBD-A5CE-D50DAB341AE1}"/>
              </a:ext>
            </a:extLst>
          </p:cNvPr>
          <p:cNvSpPr>
            <a:spLocks noGrp="1"/>
          </p:cNvSpPr>
          <p:nvPr>
            <p:ph type="dt" sz="half" idx="10"/>
          </p:nvPr>
        </p:nvSpPr>
        <p:spPr/>
        <p:txBody>
          <a:bodyPr/>
          <a:lstStyle/>
          <a:p>
            <a:fld id="{A93C23CD-11CD-4160-84DB-3049B76160BD}" type="datetimeFigureOut">
              <a:rPr lang="en-IN" smtClean="0"/>
              <a:t>01-05-2025</a:t>
            </a:fld>
            <a:endParaRPr lang="en-IN"/>
          </a:p>
        </p:txBody>
      </p:sp>
      <p:sp>
        <p:nvSpPr>
          <p:cNvPr id="5" name="Footer Placeholder 4">
            <a:extLst>
              <a:ext uri="{FF2B5EF4-FFF2-40B4-BE49-F238E27FC236}">
                <a16:creationId xmlns:a16="http://schemas.microsoft.com/office/drawing/2014/main" id="{8BEEDB77-1906-5EFD-6B87-58CDC86A76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143696-1308-5C97-A530-92E841B4546B}"/>
              </a:ext>
            </a:extLst>
          </p:cNvPr>
          <p:cNvSpPr>
            <a:spLocks noGrp="1"/>
          </p:cNvSpPr>
          <p:nvPr>
            <p:ph type="sldNum" sz="quarter" idx="12"/>
          </p:nvPr>
        </p:nvSpPr>
        <p:spPr/>
        <p:txBody>
          <a:bodyPr/>
          <a:lstStyle/>
          <a:p>
            <a:fld id="{B80E08C8-8878-45FB-AFA0-323976C9F44F}" type="slidenum">
              <a:rPr lang="en-IN" smtClean="0"/>
              <a:t>‹#›</a:t>
            </a:fld>
            <a:endParaRPr lang="en-IN"/>
          </a:p>
        </p:txBody>
      </p:sp>
    </p:spTree>
    <p:extLst>
      <p:ext uri="{BB962C8B-B14F-4D97-AF65-F5344CB8AC3E}">
        <p14:creationId xmlns:p14="http://schemas.microsoft.com/office/powerpoint/2010/main" val="4164415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A8E52A-354A-83F0-FE61-AA8FE98831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3AB72C-6999-1181-24CD-5D90BBFB8F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890B8C-456C-4662-A69D-C9FAE93FF5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3C23CD-11CD-4160-84DB-3049B76160BD}" type="datetimeFigureOut">
              <a:rPr lang="en-IN" smtClean="0"/>
              <a:t>01-05-2025</a:t>
            </a:fld>
            <a:endParaRPr lang="en-IN"/>
          </a:p>
        </p:txBody>
      </p:sp>
      <p:sp>
        <p:nvSpPr>
          <p:cNvPr id="5" name="Footer Placeholder 4">
            <a:extLst>
              <a:ext uri="{FF2B5EF4-FFF2-40B4-BE49-F238E27FC236}">
                <a16:creationId xmlns:a16="http://schemas.microsoft.com/office/drawing/2014/main" id="{CA75B5F8-C2B1-08E0-110C-E8FA150461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68561C7-AAE2-6183-2A38-22466F073E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0E08C8-8878-45FB-AFA0-323976C9F44F}" type="slidenum">
              <a:rPr lang="en-IN" smtClean="0"/>
              <a:t>‹#›</a:t>
            </a:fld>
            <a:endParaRPr lang="en-IN"/>
          </a:p>
        </p:txBody>
      </p:sp>
    </p:spTree>
    <p:extLst>
      <p:ext uri="{BB962C8B-B14F-4D97-AF65-F5344CB8AC3E}">
        <p14:creationId xmlns:p14="http://schemas.microsoft.com/office/powerpoint/2010/main" val="2711429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toidicode.com/tao-database-trong-mongodb-285.html" TargetMode="External"/><Relationship Id="rId3" Type="http://schemas.openxmlformats.org/officeDocument/2006/relationships/image" Target="../media/image2.png"/><Relationship Id="rId7" Type="http://schemas.openxmlformats.org/officeDocument/2006/relationships/image" Target="../media/image4.gif"/><Relationship Id="rId12" Type="http://schemas.openxmlformats.org/officeDocument/2006/relationships/hyperlink" Target="https://jpralves.net/post/2019/10/10/diy-idea-with-rfid.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ugeek.github.io/blog/post/2020-06-07-instalar-node-js-12-version-estable.html" TargetMode="External"/><Relationship Id="rId11" Type="http://schemas.openxmlformats.org/officeDocument/2006/relationships/image" Target="../media/image6.jpg"/><Relationship Id="rId5" Type="http://schemas.openxmlformats.org/officeDocument/2006/relationships/image" Target="../media/image3.png"/><Relationship Id="rId10" Type="http://schemas.openxmlformats.org/officeDocument/2006/relationships/hyperlink" Target="https://www.avdweb.nl/arduino/samd21/zero" TargetMode="External"/><Relationship Id="rId4" Type="http://schemas.openxmlformats.org/officeDocument/2006/relationships/hyperlink" Target="https://damiandeluca.com.ar/react-useref" TargetMode="External"/><Relationship Id="rId9" Type="http://schemas.openxmlformats.org/officeDocument/2006/relationships/image" Target="../media/image5.jp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SakshamMohan18/Major-Project.gi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87BCD-8390-89EB-9996-D90BEBDBDDEB}"/>
              </a:ext>
            </a:extLst>
          </p:cNvPr>
          <p:cNvSpPr>
            <a:spLocks noGrp="1"/>
          </p:cNvSpPr>
          <p:nvPr>
            <p:ph type="ctrTitle"/>
          </p:nvPr>
        </p:nvSpPr>
        <p:spPr>
          <a:xfrm>
            <a:off x="1523999" y="1311965"/>
            <a:ext cx="9144000" cy="2387600"/>
          </a:xfrm>
        </p:spPr>
        <p:txBody>
          <a:bodyPr/>
          <a:lstStyle/>
          <a:p>
            <a:r>
              <a:rPr lang="en-IN" sz="4800" b="1" dirty="0">
                <a:latin typeface="Times New Roman" panose="02020603050405020304" pitchFamily="18" charset="0"/>
                <a:cs typeface="Times New Roman" panose="02020603050405020304" pitchFamily="18" charset="0"/>
              </a:rPr>
              <a:t>Project Title:</a:t>
            </a:r>
            <a:br>
              <a:rPr lang="en-IN" sz="4800" b="1" dirty="0">
                <a:latin typeface="Times New Roman" panose="02020603050405020304" pitchFamily="18" charset="0"/>
                <a:cs typeface="Times New Roman" panose="02020603050405020304" pitchFamily="18" charset="0"/>
              </a:rPr>
            </a:br>
            <a:r>
              <a:rPr lang="en-US" sz="2800" b="0" kern="0" spc="-25" dirty="0">
                <a:effectLst/>
                <a:latin typeface="Georgia" panose="02040502050405020303" pitchFamily="18" charset="0"/>
                <a:ea typeface="Arial" panose="020B0604020202020204" pitchFamily="34" charset="0"/>
              </a:rPr>
              <a:t>A Tool for Lecture Assessment as per OBE policy</a:t>
            </a:r>
            <a:br>
              <a:rPr lang="en-IN" sz="2400" b="1" kern="0" dirty="0">
                <a:effectLst/>
                <a:latin typeface="Arial" panose="020B0604020202020204" pitchFamily="34" charset="0"/>
                <a:ea typeface="Arial" panose="020B0604020202020204" pitchFamily="34" charset="0"/>
              </a:rPr>
            </a:br>
            <a:endParaRPr lang="en-IN" sz="2400" dirty="0"/>
          </a:p>
        </p:txBody>
      </p:sp>
      <p:sp>
        <p:nvSpPr>
          <p:cNvPr id="3" name="Subtitle 2">
            <a:extLst>
              <a:ext uri="{FF2B5EF4-FFF2-40B4-BE49-F238E27FC236}">
                <a16:creationId xmlns:a16="http://schemas.microsoft.com/office/drawing/2014/main" id="{15F6166D-360B-C133-2AED-16D2D0B24680}"/>
              </a:ext>
            </a:extLst>
          </p:cNvPr>
          <p:cNvSpPr>
            <a:spLocks noGrp="1"/>
          </p:cNvSpPr>
          <p:nvPr>
            <p:ph type="subTitle" idx="1"/>
          </p:nvPr>
        </p:nvSpPr>
        <p:spPr>
          <a:xfrm>
            <a:off x="1523999" y="3890273"/>
            <a:ext cx="9144000" cy="2570162"/>
          </a:xfrm>
        </p:spPr>
        <p:txBody>
          <a:bodyPr>
            <a:normAutofit/>
          </a:bodyPr>
          <a:lstStyle/>
          <a:p>
            <a:pPr algn="just"/>
            <a:r>
              <a:rPr lang="en-IN" sz="2000" b="1" dirty="0">
                <a:latin typeface="Times New Roman" panose="02020603050405020304" pitchFamily="18" charset="0"/>
                <a:cs typeface="Times New Roman" panose="02020603050405020304" pitchFamily="18" charset="0"/>
              </a:rPr>
              <a:t>Project Mentor</a:t>
            </a:r>
          </a:p>
          <a:p>
            <a:pPr algn="just"/>
            <a:r>
              <a:rPr lang="en-IN" sz="2000" dirty="0">
                <a:latin typeface="Times New Roman" panose="02020603050405020304" pitchFamily="18" charset="0"/>
                <a:cs typeface="Times New Roman" panose="02020603050405020304" pitchFamily="18" charset="0"/>
              </a:rPr>
              <a:t>Dr Akash Punhani</a:t>
            </a:r>
          </a:p>
          <a:p>
            <a:pPr algn="just"/>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Team Members-</a:t>
            </a:r>
          </a:p>
          <a:p>
            <a:pPr marL="457200" indent="-457200" algn="just">
              <a:buAutoNum type="arabicPeriod"/>
            </a:pPr>
            <a:r>
              <a:rPr lang="en-IN" sz="2000" dirty="0">
                <a:latin typeface="Times New Roman" panose="02020603050405020304" pitchFamily="18" charset="0"/>
                <a:cs typeface="Times New Roman" panose="02020603050405020304" pitchFamily="18" charset="0"/>
              </a:rPr>
              <a:t>Pallavi Sharma (2200290120116)</a:t>
            </a:r>
          </a:p>
          <a:p>
            <a:pPr marL="457200" indent="-457200" algn="just">
              <a:buAutoNum type="arabicPeriod"/>
            </a:pPr>
            <a:r>
              <a:rPr lang="en-IN" sz="2000" dirty="0">
                <a:latin typeface="Times New Roman" panose="02020603050405020304" pitchFamily="18" charset="0"/>
                <a:cs typeface="Times New Roman" panose="02020603050405020304" pitchFamily="18" charset="0"/>
              </a:rPr>
              <a:t>Saksham (2200290120143)</a:t>
            </a:r>
          </a:p>
          <a:p>
            <a:pPr algn="l"/>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F633291-1F2D-C3A3-8409-19FE2D5519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9620" y="193070"/>
            <a:ext cx="11112758" cy="1023541"/>
          </a:xfrm>
          <a:prstGeom prst="rect">
            <a:avLst/>
          </a:prstGeom>
        </p:spPr>
      </p:pic>
      <p:sp>
        <p:nvSpPr>
          <p:cNvPr id="7" name="TextBox 6">
            <a:extLst>
              <a:ext uri="{FF2B5EF4-FFF2-40B4-BE49-F238E27FC236}">
                <a16:creationId xmlns:a16="http://schemas.microsoft.com/office/drawing/2014/main" id="{96BED268-7371-F41D-1989-7D98B1850D9F}"/>
              </a:ext>
            </a:extLst>
          </p:cNvPr>
          <p:cNvSpPr txBox="1"/>
          <p:nvPr/>
        </p:nvSpPr>
        <p:spPr>
          <a:xfrm>
            <a:off x="3223589" y="1311965"/>
            <a:ext cx="5367131" cy="400110"/>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DEPARTMENT OF COMPUTER SCIENCE</a:t>
            </a:r>
          </a:p>
        </p:txBody>
      </p:sp>
    </p:spTree>
    <p:extLst>
      <p:ext uri="{BB962C8B-B14F-4D97-AF65-F5344CB8AC3E}">
        <p14:creationId xmlns:p14="http://schemas.microsoft.com/office/powerpoint/2010/main" val="2978958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45F82-7FF8-B648-F78F-C45531FAF1BE}"/>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75769435-7303-FE85-3F49-FD4E6E18C5DF}"/>
              </a:ext>
            </a:extLst>
          </p:cNvPr>
          <p:cNvSpPr>
            <a:spLocks noGrp="1"/>
          </p:cNvSpPr>
          <p:nvPr>
            <p:ph idx="1"/>
          </p:nvPr>
        </p:nvSpPr>
        <p:spPr/>
        <p:txBody>
          <a:bodyPr>
            <a:normAutofit/>
          </a:bodyPr>
          <a:lstStyle/>
          <a:p>
            <a:pPr marL="0" indent="0" algn="just">
              <a:buNone/>
            </a:pPr>
            <a:r>
              <a:rPr lang="en-US" sz="2200" dirty="0">
                <a:latin typeface="Times New Roman" panose="02020603050405020304" pitchFamily="18" charset="0"/>
                <a:cs typeface="Times New Roman" panose="02020603050405020304" pitchFamily="18" charset="0"/>
              </a:rPr>
              <a:t>In Outcome-Based Education (OBE) environments, measuring student engagement and understanding after each lecture is crucial. Traditional methods, such as oral questioning, often result in limited student participation and fail to provide comprehensive insights into learning outcomes. Although ICT tools have been introduced to automate assessments, they typically require expensive infrastructure, stable internet connectivity, and are susceptible to misuse through AI-generated answers. Additionally, time-bound quizzes conducted via digital platforms can create network-related challenges, further hindering their effectiveness. These limitations highlight the need for a low-cost, practical, and reliable solution that enables real-time, fair, and efficient assessment of lecture comprehension without dependency on complex computing systems or the internet.</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4904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777D4-76DC-9894-8846-F0A5C934F4DD}"/>
              </a:ext>
            </a:extLst>
          </p:cNvPr>
          <p:cNvSpPr>
            <a:spLocks noGrp="1"/>
          </p:cNvSpPr>
          <p:nvPr>
            <p:ph type="title"/>
          </p:nvPr>
        </p:nvSpPr>
        <p:spPr>
          <a:xfrm>
            <a:off x="838200" y="100820"/>
            <a:ext cx="10515600" cy="1325563"/>
          </a:xfrm>
        </p:spPr>
        <p:txBody>
          <a:bodyPr>
            <a:normAutofit/>
          </a:bodyPr>
          <a:lstStyle/>
          <a:p>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C89CFE54-4CE0-41A3-0E9E-49DF0D4DED0B}"/>
              </a:ext>
            </a:extLst>
          </p:cNvPr>
          <p:cNvSpPr>
            <a:spLocks noGrp="1"/>
          </p:cNvSpPr>
          <p:nvPr>
            <p:ph idx="1"/>
          </p:nvPr>
        </p:nvSpPr>
        <p:spPr>
          <a:xfrm>
            <a:off x="838200" y="1335693"/>
            <a:ext cx="10515600" cy="4351338"/>
          </a:xfrm>
        </p:spPr>
        <p:txBody>
          <a:bodyPr>
            <a:noAutofit/>
          </a:bodyPr>
          <a:lstStyle/>
          <a:p>
            <a:pPr marL="0" indent="0" algn="just">
              <a:spcBef>
                <a:spcPts val="460"/>
              </a:spcBef>
              <a:buNone/>
            </a:pPr>
            <a:r>
              <a:rPr lang="en-US" sz="2200" dirty="0">
                <a:latin typeface="Times New Roman" panose="02020603050405020304" pitchFamily="18" charset="0"/>
                <a:cs typeface="Times New Roman" panose="02020603050405020304" pitchFamily="18" charset="0"/>
              </a:rPr>
              <a:t>Active student participation is essential for achieving the objectives of any lecture. Traditionally, this participation is measured by asking questions during class and evaluating student responses. However, this method often results in limited engagement, targeting only specific students and failing to accurately assess how many have understood the material. To address this, Information and Communication Technology (ICT) tools were introduced in classrooms. These tools require computing systems and internet or intranet connections to function, leading to increased infrastructure costs. Additionally, with the rise of AI tools, students can easily generate answers, undermining the effectiveness of these systems. To counteract this, educators have tried time-limited multiple-choice quizzes, which create a sense of urgency but can introduce technical issues like network failures during assessments. This paper proposes an alternative solution—a simple, low-cost device that minimizes such challenges. It enables effective quiz-based evaluation after each lecture without relying on complex infrastructure or internet connectivity. The device aims to improve classroom interaction, ensure fair participation, and accurately measure lecture outcomes in a practical, cost-effective manner. The following sections explore how this tool can serve as a reliable and scalable method for enhancing student engagement and learning assessment.</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252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1E269-2ADC-5735-E04F-371E091CD207}"/>
              </a:ext>
            </a:extLst>
          </p:cNvPr>
          <p:cNvSpPr>
            <a:spLocks noGrp="1"/>
          </p:cNvSpPr>
          <p:nvPr>
            <p:ph type="title"/>
          </p:nvPr>
        </p:nvSpPr>
        <p:spPr>
          <a:xfrm>
            <a:off x="753571" y="23975"/>
            <a:ext cx="10515600" cy="1325563"/>
          </a:xfrm>
        </p:spPr>
        <p:txBody>
          <a:bodyPr>
            <a:normAutofit/>
          </a:bodyPr>
          <a:lstStyle/>
          <a:p>
            <a:endParaRPr lang="en-IN" sz="3600" b="1" dirty="0">
              <a:latin typeface="Times New Roman" panose="02020603050405020304" pitchFamily="18" charset="0"/>
              <a:cs typeface="Times New Roman" panose="02020603050405020304" pitchFamily="18" charset="0"/>
            </a:endParaRPr>
          </a:p>
        </p:txBody>
      </p:sp>
      <p:sp useBgFill="1">
        <p:nvSpPr>
          <p:cNvPr id="8" name="Rectangle 7">
            <a:extLst>
              <a:ext uri="{FF2B5EF4-FFF2-40B4-BE49-F238E27FC236}">
                <a16:creationId xmlns:a16="http://schemas.microsoft.com/office/drawing/2014/main" id="{7C83A9B5-A60E-AA0B-07E1-1514F8E7D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A135FF74-638F-58B5-141E-8CB799395B5D}"/>
              </a:ext>
            </a:extLst>
          </p:cNvPr>
          <p:cNvSpPr txBox="1">
            <a:spLocks/>
          </p:cNvSpPr>
          <p:nvPr/>
        </p:nvSpPr>
        <p:spPr>
          <a:xfrm>
            <a:off x="258344" y="686756"/>
            <a:ext cx="5059222" cy="180016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IN" b="1" dirty="0"/>
              <a:t>Technology Used	</a:t>
            </a:r>
          </a:p>
        </p:txBody>
      </p:sp>
      <p:pic>
        <p:nvPicPr>
          <p:cNvPr id="10" name="Content Placeholder 6">
            <a:extLst>
              <a:ext uri="{FF2B5EF4-FFF2-40B4-BE49-F238E27FC236}">
                <a16:creationId xmlns:a16="http://schemas.microsoft.com/office/drawing/2014/main" id="{A8750F7B-1997-49AD-79A3-5F1A01F34A9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951936" y="2772471"/>
            <a:ext cx="1210521" cy="1073329"/>
          </a:xfrm>
          <a:prstGeom prst="rect">
            <a:avLst/>
          </a:prstGeom>
        </p:spPr>
      </p:pic>
      <p:sp>
        <p:nvSpPr>
          <p:cNvPr id="11" name="Rectangle 10">
            <a:extLst>
              <a:ext uri="{FF2B5EF4-FFF2-40B4-BE49-F238E27FC236}">
                <a16:creationId xmlns:a16="http://schemas.microsoft.com/office/drawing/2014/main" id="{C8E3B73C-3ADC-3E42-A6D5-8F175A9D9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D1141AA-D013-59A9-424B-6B74BD62AA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3">
            <a:extLst>
              <a:ext uri="{FF2B5EF4-FFF2-40B4-BE49-F238E27FC236}">
                <a16:creationId xmlns:a16="http://schemas.microsoft.com/office/drawing/2014/main" id="{717459D5-7C7B-A499-A0BE-A98A8A38E826}"/>
              </a:ext>
            </a:extLst>
          </p:cNvPr>
          <p:cNvSpPr>
            <a:spLocks noGrp="1"/>
          </p:cNvSpPr>
          <p:nvPr>
            <p:ph type="sldNum" sz="quarter" idx="12"/>
          </p:nvPr>
        </p:nvSpPr>
        <p:spPr>
          <a:xfrm>
            <a:off x="11704320" y="6451877"/>
            <a:ext cx="448056" cy="365125"/>
          </a:xfrm>
        </p:spPr>
        <p:txBody>
          <a:bodyPr>
            <a:normAutofit/>
          </a:bodyPr>
          <a:lstStyle/>
          <a:p>
            <a:pPr>
              <a:spcAft>
                <a:spcPts val="600"/>
              </a:spcAft>
            </a:pPr>
            <a:fld id="{3F87B148-DC85-4EDB-ACA3-100B1D618A48}" type="slidenum">
              <a:rPr lang="en-IN" sz="1100">
                <a:solidFill>
                  <a:srgbClr val="FFFFFF"/>
                </a:solidFill>
              </a:rPr>
              <a:pPr>
                <a:spcAft>
                  <a:spcPts val="600"/>
                </a:spcAft>
              </a:pPr>
              <a:t>4</a:t>
            </a:fld>
            <a:endParaRPr lang="en-IN" sz="1100">
              <a:solidFill>
                <a:srgbClr val="FFFFFF"/>
              </a:solidFill>
            </a:endParaRPr>
          </a:p>
        </p:txBody>
      </p:sp>
      <p:sp>
        <p:nvSpPr>
          <p:cNvPr id="15" name="TextBox 14">
            <a:extLst>
              <a:ext uri="{FF2B5EF4-FFF2-40B4-BE49-F238E27FC236}">
                <a16:creationId xmlns:a16="http://schemas.microsoft.com/office/drawing/2014/main" id="{90F8744E-5BA6-B4AA-887B-04C5918CEF57}"/>
              </a:ext>
            </a:extLst>
          </p:cNvPr>
          <p:cNvSpPr txBox="1"/>
          <p:nvPr/>
        </p:nvSpPr>
        <p:spPr>
          <a:xfrm>
            <a:off x="753571" y="1605187"/>
            <a:ext cx="1926956" cy="738664"/>
          </a:xfrm>
          <a:prstGeom prst="rect">
            <a:avLst/>
          </a:prstGeom>
          <a:noFill/>
        </p:spPr>
        <p:txBody>
          <a:bodyPr wrap="square" rtlCol="0">
            <a:spAutoFit/>
          </a:bodyPr>
          <a:lstStyle/>
          <a:p>
            <a:r>
              <a:rPr lang="en-US" sz="2400" u="sng" dirty="0"/>
              <a:t>Frontend</a:t>
            </a:r>
            <a:r>
              <a:rPr lang="en-US" u="sng" dirty="0"/>
              <a:t> </a:t>
            </a:r>
          </a:p>
          <a:p>
            <a:pPr marL="285750" indent="-285750">
              <a:buFont typeface="Arial" panose="020B0604020202020204" pitchFamily="34" charset="0"/>
              <a:buChar char="•"/>
            </a:pPr>
            <a:r>
              <a:rPr lang="en-US" dirty="0"/>
              <a:t>React.js </a:t>
            </a:r>
          </a:p>
        </p:txBody>
      </p:sp>
      <p:sp>
        <p:nvSpPr>
          <p:cNvPr id="16" name="TextBox 15">
            <a:extLst>
              <a:ext uri="{FF2B5EF4-FFF2-40B4-BE49-F238E27FC236}">
                <a16:creationId xmlns:a16="http://schemas.microsoft.com/office/drawing/2014/main" id="{6E42A577-44B9-0C25-D681-FDA43AFF7021}"/>
              </a:ext>
            </a:extLst>
          </p:cNvPr>
          <p:cNvSpPr txBox="1"/>
          <p:nvPr/>
        </p:nvSpPr>
        <p:spPr>
          <a:xfrm>
            <a:off x="3518727" y="1586838"/>
            <a:ext cx="1235916" cy="738664"/>
          </a:xfrm>
          <a:prstGeom prst="rect">
            <a:avLst/>
          </a:prstGeom>
          <a:noFill/>
        </p:spPr>
        <p:txBody>
          <a:bodyPr wrap="none" rtlCol="0">
            <a:spAutoFit/>
          </a:bodyPr>
          <a:lstStyle/>
          <a:p>
            <a:r>
              <a:rPr lang="en-US" sz="2400" u="sng" dirty="0"/>
              <a:t>Backend</a:t>
            </a:r>
          </a:p>
          <a:p>
            <a:pPr marL="285750" indent="-285750">
              <a:buFont typeface="Arial" panose="020B0604020202020204" pitchFamily="34" charset="0"/>
              <a:buChar char="•"/>
            </a:pPr>
            <a:r>
              <a:rPr lang="en-US" dirty="0"/>
              <a:t>Node.js</a:t>
            </a:r>
          </a:p>
        </p:txBody>
      </p:sp>
      <p:pic>
        <p:nvPicPr>
          <p:cNvPr id="17" name="Picture 16">
            <a:extLst>
              <a:ext uri="{FF2B5EF4-FFF2-40B4-BE49-F238E27FC236}">
                <a16:creationId xmlns:a16="http://schemas.microsoft.com/office/drawing/2014/main" id="{65D9B7D1-4A77-CA00-1623-7DFC3AED77BA}"/>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3588336" y="2611236"/>
            <a:ext cx="1096697" cy="1296096"/>
          </a:xfrm>
          <a:prstGeom prst="rect">
            <a:avLst/>
          </a:prstGeom>
        </p:spPr>
      </p:pic>
      <p:sp>
        <p:nvSpPr>
          <p:cNvPr id="19" name="TextBox 18">
            <a:extLst>
              <a:ext uri="{FF2B5EF4-FFF2-40B4-BE49-F238E27FC236}">
                <a16:creationId xmlns:a16="http://schemas.microsoft.com/office/drawing/2014/main" id="{7CD08E3C-CFFD-0E81-A305-408BBAB78510}"/>
              </a:ext>
            </a:extLst>
          </p:cNvPr>
          <p:cNvSpPr txBox="1"/>
          <p:nvPr/>
        </p:nvSpPr>
        <p:spPr>
          <a:xfrm>
            <a:off x="5888656" y="1586838"/>
            <a:ext cx="1466042" cy="738664"/>
          </a:xfrm>
          <a:prstGeom prst="rect">
            <a:avLst/>
          </a:prstGeom>
          <a:noFill/>
        </p:spPr>
        <p:txBody>
          <a:bodyPr wrap="none" rtlCol="0">
            <a:spAutoFit/>
          </a:bodyPr>
          <a:lstStyle/>
          <a:p>
            <a:r>
              <a:rPr lang="en-US" sz="2400" u="sng" dirty="0"/>
              <a:t>Database</a:t>
            </a:r>
          </a:p>
          <a:p>
            <a:pPr marL="285750" indent="-285750">
              <a:buFont typeface="Arial" panose="020B0604020202020204" pitchFamily="34" charset="0"/>
              <a:buChar char="•"/>
            </a:pPr>
            <a:r>
              <a:rPr lang="en-US" dirty="0" err="1"/>
              <a:t>MongoDb</a:t>
            </a:r>
            <a:endParaRPr lang="en-US" dirty="0"/>
          </a:p>
        </p:txBody>
      </p:sp>
      <p:sp>
        <p:nvSpPr>
          <p:cNvPr id="20" name="TextBox 19">
            <a:extLst>
              <a:ext uri="{FF2B5EF4-FFF2-40B4-BE49-F238E27FC236}">
                <a16:creationId xmlns:a16="http://schemas.microsoft.com/office/drawing/2014/main" id="{8EC8F709-D8E7-7206-E85F-4E9B52BC2091}"/>
              </a:ext>
            </a:extLst>
          </p:cNvPr>
          <p:cNvSpPr txBox="1"/>
          <p:nvPr/>
        </p:nvSpPr>
        <p:spPr>
          <a:xfrm>
            <a:off x="8613223" y="1605187"/>
            <a:ext cx="1482052" cy="1015663"/>
          </a:xfrm>
          <a:prstGeom prst="rect">
            <a:avLst/>
          </a:prstGeom>
          <a:noFill/>
        </p:spPr>
        <p:txBody>
          <a:bodyPr wrap="square" rtlCol="0">
            <a:spAutoFit/>
          </a:bodyPr>
          <a:lstStyle/>
          <a:p>
            <a:r>
              <a:rPr lang="en-US" sz="2400" u="sng" dirty="0"/>
              <a:t>IOT</a:t>
            </a:r>
          </a:p>
          <a:p>
            <a:pPr marL="342900" indent="-342900">
              <a:buFont typeface="Arial" panose="020B0604020202020204" pitchFamily="34" charset="0"/>
              <a:buChar char="•"/>
            </a:pPr>
            <a:r>
              <a:rPr lang="en-US" dirty="0"/>
              <a:t>RFID</a:t>
            </a:r>
          </a:p>
          <a:p>
            <a:pPr marL="342900" indent="-342900">
              <a:buFont typeface="Arial" panose="020B0604020202020204" pitchFamily="34" charset="0"/>
              <a:buChar char="•"/>
            </a:pPr>
            <a:r>
              <a:rPr lang="en-US" dirty="0"/>
              <a:t>Arduino</a:t>
            </a:r>
          </a:p>
        </p:txBody>
      </p:sp>
      <p:sp>
        <p:nvSpPr>
          <p:cNvPr id="28" name="TextBox 27">
            <a:extLst>
              <a:ext uri="{FF2B5EF4-FFF2-40B4-BE49-F238E27FC236}">
                <a16:creationId xmlns:a16="http://schemas.microsoft.com/office/drawing/2014/main" id="{70D40F19-EB05-E182-ADC5-CCAD27E8B9AD}"/>
              </a:ext>
            </a:extLst>
          </p:cNvPr>
          <p:cNvSpPr txBox="1"/>
          <p:nvPr/>
        </p:nvSpPr>
        <p:spPr>
          <a:xfrm>
            <a:off x="2898223" y="5221978"/>
            <a:ext cx="5715000" cy="230832"/>
          </a:xfrm>
          <a:prstGeom prst="rect">
            <a:avLst/>
          </a:prstGeom>
          <a:noFill/>
        </p:spPr>
        <p:txBody>
          <a:bodyPr wrap="square" rtlCol="0">
            <a:spAutoFit/>
          </a:bodyPr>
          <a:lstStyle/>
          <a:p>
            <a:endParaRPr lang="en-US" sz="900" dirty="0"/>
          </a:p>
        </p:txBody>
      </p:sp>
      <p:pic>
        <p:nvPicPr>
          <p:cNvPr id="31" name="Content Placeholder 26">
            <a:extLst>
              <a:ext uri="{FF2B5EF4-FFF2-40B4-BE49-F238E27FC236}">
                <a16:creationId xmlns:a16="http://schemas.microsoft.com/office/drawing/2014/main" id="{9BA9B6C8-C7F9-BA57-1302-8CEC2E8011BA}"/>
              </a:ext>
            </a:extLst>
          </p:cNvPr>
          <p:cNvPicPr>
            <a:picLocks noGrp="1" noChangeAspect="1"/>
          </p:cNvPicPr>
          <p:nvPr>
            <p:ph idx="1"/>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5761084" y="2605743"/>
            <a:ext cx="1784955" cy="1301589"/>
          </a:xfrm>
        </p:spPr>
      </p:pic>
      <p:pic>
        <p:nvPicPr>
          <p:cNvPr id="33" name="Picture 32">
            <a:extLst>
              <a:ext uri="{FF2B5EF4-FFF2-40B4-BE49-F238E27FC236}">
                <a16:creationId xmlns:a16="http://schemas.microsoft.com/office/drawing/2014/main" id="{3FED95A2-E5CE-E758-93B2-0B0648288221}"/>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8485517" y="2605743"/>
            <a:ext cx="1823049" cy="1367287"/>
          </a:xfrm>
          <a:prstGeom prst="rect">
            <a:avLst/>
          </a:prstGeom>
        </p:spPr>
      </p:pic>
      <p:pic>
        <p:nvPicPr>
          <p:cNvPr id="36" name="Picture 35">
            <a:extLst>
              <a:ext uri="{FF2B5EF4-FFF2-40B4-BE49-F238E27FC236}">
                <a16:creationId xmlns:a16="http://schemas.microsoft.com/office/drawing/2014/main" id="{5DFC9EE4-F49B-D4A7-3219-12A7621510B9}"/>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8485517" y="4193232"/>
            <a:ext cx="1823049" cy="1361210"/>
          </a:xfrm>
          <a:prstGeom prst="rect">
            <a:avLst/>
          </a:prstGeom>
        </p:spPr>
      </p:pic>
    </p:spTree>
    <p:extLst>
      <p:ext uri="{BB962C8B-B14F-4D97-AF65-F5344CB8AC3E}">
        <p14:creationId xmlns:p14="http://schemas.microsoft.com/office/powerpoint/2010/main" val="930802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F1C9F-99E9-360B-2F86-89600D690B13}"/>
              </a:ext>
            </a:extLst>
          </p:cNvPr>
          <p:cNvSpPr>
            <a:spLocks noGrp="1"/>
          </p:cNvSpPr>
          <p:nvPr>
            <p:ph type="title"/>
          </p:nvPr>
        </p:nvSpPr>
        <p:spPr>
          <a:xfrm>
            <a:off x="400877" y="0"/>
            <a:ext cx="10515600" cy="1325563"/>
          </a:xfrm>
        </p:spPr>
        <p:txBody>
          <a:bodyPr>
            <a:normAutofit/>
          </a:bodyPr>
          <a:lstStyle/>
          <a:p>
            <a:r>
              <a:rPr lang="en-IN" sz="3600" b="1" dirty="0">
                <a:latin typeface="Times New Roman" panose="02020603050405020304" pitchFamily="18" charset="0"/>
                <a:cs typeface="Times New Roman" panose="02020603050405020304" pitchFamily="18" charset="0"/>
              </a:rPr>
              <a:t>Flowchart</a:t>
            </a:r>
          </a:p>
        </p:txBody>
      </p:sp>
      <p:pic>
        <p:nvPicPr>
          <p:cNvPr id="7" name="Content Placeholder 6">
            <a:extLst>
              <a:ext uri="{FF2B5EF4-FFF2-40B4-BE49-F238E27FC236}">
                <a16:creationId xmlns:a16="http://schemas.microsoft.com/office/drawing/2014/main" id="{74B47BFF-927C-4131-FC01-D9A960A49E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35238" y="143474"/>
            <a:ext cx="7060469" cy="6410164"/>
          </a:xfrm>
        </p:spPr>
      </p:pic>
    </p:spTree>
    <p:extLst>
      <p:ext uri="{BB962C8B-B14F-4D97-AF65-F5344CB8AC3E}">
        <p14:creationId xmlns:p14="http://schemas.microsoft.com/office/powerpoint/2010/main" val="2322634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0259-49EE-362F-A96C-CFE956FA923E}"/>
              </a:ext>
            </a:extLst>
          </p:cNvPr>
          <p:cNvSpPr>
            <a:spLocks noGrp="1"/>
          </p:cNvSpPr>
          <p:nvPr>
            <p:ph type="title"/>
          </p:nvPr>
        </p:nvSpPr>
        <p:spPr>
          <a:xfrm>
            <a:off x="559903" y="86829"/>
            <a:ext cx="10515600" cy="1325563"/>
          </a:xfrm>
        </p:spPr>
        <p:txBody>
          <a:bodyPr>
            <a:normAutofit/>
          </a:bodyPr>
          <a:lstStyle/>
          <a:p>
            <a:r>
              <a:rPr lang="en-IN" sz="3600" b="1" dirty="0">
                <a:latin typeface="Times New Roman" panose="02020603050405020304" pitchFamily="18" charset="0"/>
                <a:cs typeface="Times New Roman" panose="02020603050405020304" pitchFamily="18" charset="0"/>
              </a:rPr>
              <a:t>ER Diagram</a:t>
            </a:r>
          </a:p>
        </p:txBody>
      </p:sp>
      <p:pic>
        <p:nvPicPr>
          <p:cNvPr id="5" name="Content Placeholder 4" descr="A diagram of a company">
            <a:extLst>
              <a:ext uri="{FF2B5EF4-FFF2-40B4-BE49-F238E27FC236}">
                <a16:creationId xmlns:a16="http://schemas.microsoft.com/office/drawing/2014/main" id="{9E45F200-3D16-B60F-F3D6-90CAEC7FB7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69974" y="412473"/>
            <a:ext cx="8723243" cy="6033053"/>
          </a:xfrm>
        </p:spPr>
      </p:pic>
    </p:spTree>
    <p:extLst>
      <p:ext uri="{BB962C8B-B14F-4D97-AF65-F5344CB8AC3E}">
        <p14:creationId xmlns:p14="http://schemas.microsoft.com/office/powerpoint/2010/main" val="3775165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C2DE-CE52-7F49-096D-193510DCA569}"/>
              </a:ext>
            </a:extLst>
          </p:cNvPr>
          <p:cNvSpPr>
            <a:spLocks noGrp="1"/>
          </p:cNvSpPr>
          <p:nvPr>
            <p:ph type="title"/>
          </p:nvPr>
        </p:nvSpPr>
        <p:spPr>
          <a:xfrm>
            <a:off x="838199" y="245855"/>
            <a:ext cx="10515600" cy="1325563"/>
          </a:xfrm>
        </p:spPr>
        <p:txBody>
          <a:bodyPr/>
          <a:lstStyle/>
          <a:p>
            <a:r>
              <a:rPr lang="en-IN" b="1" dirty="0">
                <a:latin typeface="Times New Roman" panose="02020603050405020304" pitchFamily="18" charset="0"/>
                <a:cs typeface="Times New Roman" panose="02020603050405020304" pitchFamily="18" charset="0"/>
              </a:rPr>
              <a:t>Project Prototype</a:t>
            </a:r>
          </a:p>
        </p:txBody>
      </p:sp>
      <p:pic>
        <p:nvPicPr>
          <p:cNvPr id="4" name="Content Placeholder 3">
            <a:extLst>
              <a:ext uri="{FF2B5EF4-FFF2-40B4-BE49-F238E27FC236}">
                <a16:creationId xmlns:a16="http://schemas.microsoft.com/office/drawing/2014/main" id="{684FF783-74A9-E5F6-D231-C1A00078B484}"/>
              </a:ext>
            </a:extLst>
          </p:cNvPr>
          <p:cNvPicPr>
            <a:picLocks noGrp="1" noChangeAspect="1"/>
          </p:cNvPicPr>
          <p:nvPr>
            <p:ph idx="1"/>
          </p:nvPr>
        </p:nvPicPr>
        <p:blipFill>
          <a:blip r:embed="rId2"/>
          <a:stretch>
            <a:fillRect/>
          </a:stretch>
        </p:blipFill>
        <p:spPr>
          <a:xfrm>
            <a:off x="2761421" y="1690688"/>
            <a:ext cx="6669157" cy="4667250"/>
          </a:xfrm>
          <a:prstGeom prst="rect">
            <a:avLst/>
          </a:prstGeom>
        </p:spPr>
      </p:pic>
    </p:spTree>
    <p:extLst>
      <p:ext uri="{BB962C8B-B14F-4D97-AF65-F5344CB8AC3E}">
        <p14:creationId xmlns:p14="http://schemas.microsoft.com/office/powerpoint/2010/main" val="3608766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304FD-266A-2390-0ED5-3A49A5387892}"/>
              </a:ext>
            </a:extLst>
          </p:cNvPr>
          <p:cNvSpPr>
            <a:spLocks noGrp="1"/>
          </p:cNvSpPr>
          <p:nvPr>
            <p:ph type="title"/>
          </p:nvPr>
        </p:nvSpPr>
        <p:spPr>
          <a:xfrm>
            <a:off x="584112" y="149087"/>
            <a:ext cx="10515600" cy="1325563"/>
          </a:xfrm>
        </p:spPr>
        <p:txBody>
          <a:bodyPr>
            <a:normAutofit/>
          </a:bodyPr>
          <a:lstStyle/>
          <a:p>
            <a:r>
              <a:rPr lang="en-IN" b="1" dirty="0">
                <a:latin typeface="Times New Roman" panose="02020603050405020304" pitchFamily="18" charset="0"/>
                <a:cs typeface="Times New Roman" panose="02020603050405020304" pitchFamily="18" charset="0"/>
              </a:rPr>
              <a:t>Project Prototype</a:t>
            </a:r>
          </a:p>
        </p:txBody>
      </p:sp>
      <p:pic>
        <p:nvPicPr>
          <p:cNvPr id="5" name="Content Placeholder 4" descr="A blue circuit board with wires&#10;&#10;AI-generated content may be incorrect.">
            <a:extLst>
              <a:ext uri="{FF2B5EF4-FFF2-40B4-BE49-F238E27FC236}">
                <a16:creationId xmlns:a16="http://schemas.microsoft.com/office/drawing/2014/main" id="{5983FD35-5FDD-F7A9-EA45-C3EE3F617F0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1216" b="2761"/>
          <a:stretch/>
        </p:blipFill>
        <p:spPr>
          <a:xfrm>
            <a:off x="653810" y="1666387"/>
            <a:ext cx="3587402" cy="4708414"/>
          </a:xfrm>
        </p:spPr>
      </p:pic>
      <p:pic>
        <p:nvPicPr>
          <p:cNvPr id="7" name="Picture 6" descr="A computer with a computer monitor and electronic components&#10;&#10;AI-generated content may be incorrect.">
            <a:extLst>
              <a:ext uri="{FF2B5EF4-FFF2-40B4-BE49-F238E27FC236}">
                <a16:creationId xmlns:a16="http://schemas.microsoft.com/office/drawing/2014/main" id="{EC1ECDCB-7670-BE98-F37F-A370258925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3287" y="1218850"/>
            <a:ext cx="6874601" cy="5155951"/>
          </a:xfrm>
          <a:prstGeom prst="rect">
            <a:avLst/>
          </a:prstGeom>
        </p:spPr>
      </p:pic>
    </p:spTree>
    <p:extLst>
      <p:ext uri="{BB962C8B-B14F-4D97-AF65-F5344CB8AC3E}">
        <p14:creationId xmlns:p14="http://schemas.microsoft.com/office/powerpoint/2010/main" val="3113631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AD5AFB-8C3F-AEDB-1667-A7D3E6412640}"/>
              </a:ext>
            </a:extLst>
          </p:cNvPr>
          <p:cNvSpPr>
            <a:spLocks noGrp="1"/>
          </p:cNvSpPr>
          <p:nvPr>
            <p:ph type="title"/>
          </p:nvPr>
        </p:nvSpPr>
        <p:spPr/>
        <p:txBody>
          <a:bodyPr>
            <a:normAutofit/>
          </a:bodyPr>
          <a:lstStyle/>
          <a:p>
            <a:r>
              <a:rPr lang="en-IN" b="1" dirty="0">
                <a:latin typeface="Times New Roman" panose="02020603050405020304" pitchFamily="18" charset="0"/>
                <a:cs typeface="Times New Roman" panose="02020603050405020304" pitchFamily="18" charset="0"/>
              </a:rPr>
              <a:t>Project Status</a:t>
            </a:r>
          </a:p>
        </p:txBody>
      </p:sp>
      <p:sp>
        <p:nvSpPr>
          <p:cNvPr id="5" name="Content Placeholder 4">
            <a:extLst>
              <a:ext uri="{FF2B5EF4-FFF2-40B4-BE49-F238E27FC236}">
                <a16:creationId xmlns:a16="http://schemas.microsoft.com/office/drawing/2014/main" id="{38479238-0AA8-37D1-CDF3-0B81D852613E}"/>
              </a:ext>
            </a:extLst>
          </p:cNvPr>
          <p:cNvSpPr>
            <a:spLocks noGrp="1"/>
          </p:cNvSpPr>
          <p:nvPr>
            <p:ph idx="1"/>
          </p:nvPr>
        </p:nvSpPr>
        <p:spPr/>
        <p:txBody>
          <a:bodyPr/>
          <a:lstStyle/>
          <a:p>
            <a:pPr marL="0" indent="0">
              <a:buNone/>
            </a:pPr>
            <a:r>
              <a:rPr lang="en-IN" sz="2400" b="1" dirty="0" err="1">
                <a:latin typeface="Times New Roman" panose="02020603050405020304" pitchFamily="18" charset="0"/>
                <a:cs typeface="Times New Roman" panose="02020603050405020304" pitchFamily="18" charset="0"/>
              </a:rPr>
              <a:t>Github</a:t>
            </a:r>
            <a:r>
              <a:rPr lang="en-IN" sz="2400" b="1" dirty="0">
                <a:latin typeface="Times New Roman" panose="02020603050405020304" pitchFamily="18" charset="0"/>
                <a:cs typeface="Times New Roman" panose="02020603050405020304" pitchFamily="18" charset="0"/>
              </a:rPr>
              <a:t> Link:</a:t>
            </a:r>
          </a:p>
          <a:p>
            <a:pPr marL="0" indent="0">
              <a:buNone/>
            </a:pPr>
            <a:r>
              <a:rPr lang="en-IN" sz="2400" dirty="0">
                <a:latin typeface="Times New Roman" panose="02020603050405020304" pitchFamily="18" charset="0"/>
                <a:cs typeface="Times New Roman" panose="02020603050405020304" pitchFamily="18" charset="0"/>
                <a:hlinkClick r:id="rId2"/>
              </a:rPr>
              <a:t>https://github.com/SakshamMohan18/Major-Project.git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3269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A28FA-C7F4-CF87-3E46-A1C6FB11243E}"/>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Patent Status</a:t>
            </a:r>
          </a:p>
        </p:txBody>
      </p:sp>
      <p:sp>
        <p:nvSpPr>
          <p:cNvPr id="3" name="Content Placeholder 2">
            <a:extLst>
              <a:ext uri="{FF2B5EF4-FFF2-40B4-BE49-F238E27FC236}">
                <a16:creationId xmlns:a16="http://schemas.microsoft.com/office/drawing/2014/main" id="{280BB3C5-BA9C-8975-3A2E-C7EB32926CDA}"/>
              </a:ext>
            </a:extLst>
          </p:cNvPr>
          <p:cNvSpPr>
            <a:spLocks noGrp="1"/>
          </p:cNvSpPr>
          <p:nvPr>
            <p:ph idx="1"/>
          </p:nvPr>
        </p:nvSpPr>
        <p:spPr>
          <a:xfrm>
            <a:off x="838200" y="1602630"/>
            <a:ext cx="10515600" cy="4693603"/>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Drafted the patent</a:t>
            </a:r>
          </a:p>
        </p:txBody>
      </p:sp>
    </p:spTree>
    <p:extLst>
      <p:ext uri="{BB962C8B-B14F-4D97-AF65-F5344CB8AC3E}">
        <p14:creationId xmlns:p14="http://schemas.microsoft.com/office/powerpoint/2010/main" val="2461700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D364F-E8DA-34BD-D97D-0AA0A3C65DC7}"/>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Research Paper Status</a:t>
            </a:r>
          </a:p>
        </p:txBody>
      </p:sp>
      <p:sp>
        <p:nvSpPr>
          <p:cNvPr id="3" name="Content Placeholder 2">
            <a:extLst>
              <a:ext uri="{FF2B5EF4-FFF2-40B4-BE49-F238E27FC236}">
                <a16:creationId xmlns:a16="http://schemas.microsoft.com/office/drawing/2014/main" id="{B22963B2-AAF7-A836-4E3C-A886BEEECA2E}"/>
              </a:ext>
            </a:extLst>
          </p:cNvPr>
          <p:cNvSpPr>
            <a:spLocks noGrp="1"/>
          </p:cNvSpPr>
          <p:nvPr>
            <p:ph idx="1"/>
          </p:nvPr>
        </p:nvSpPr>
        <p:spPr/>
        <p:txBody>
          <a:bodyPr/>
          <a:lstStyle/>
          <a:p>
            <a:pPr marL="0" indent="0">
              <a:buNone/>
            </a:pPr>
            <a:endParaRPr lang="en-IN"/>
          </a:p>
        </p:txBody>
      </p:sp>
    </p:spTree>
    <p:extLst>
      <p:ext uri="{BB962C8B-B14F-4D97-AF65-F5344CB8AC3E}">
        <p14:creationId xmlns:p14="http://schemas.microsoft.com/office/powerpoint/2010/main" val="3096836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163</TotalTime>
  <Words>434</Words>
  <Application>Microsoft Office PowerPoint</Application>
  <PresentationFormat>Widescreen</PresentationFormat>
  <Paragraphs>34</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Georgia</vt:lpstr>
      <vt:lpstr>Times New Roman</vt:lpstr>
      <vt:lpstr>Office Theme</vt:lpstr>
      <vt:lpstr>Project Title: A Tool for Lecture Assessment as per OBE policy </vt:lpstr>
      <vt:lpstr>Problem Statement</vt:lpstr>
      <vt:lpstr>Introduction</vt:lpstr>
      <vt:lpstr>PowerPoint Presentation</vt:lpstr>
      <vt:lpstr>Flowchart</vt:lpstr>
      <vt:lpstr>ER Diagram</vt:lpstr>
      <vt:lpstr>Project Prototype</vt:lpstr>
      <vt:lpstr>Project Prototype</vt:lpstr>
      <vt:lpstr>Project Status</vt:lpstr>
      <vt:lpstr>Patent Status</vt:lpstr>
      <vt:lpstr>Research Paper Status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Pallavi Sharma</dc:creator>
  <cp:lastModifiedBy>Saksham Mohan</cp:lastModifiedBy>
  <cp:revision>2</cp:revision>
  <dcterms:created xsi:type="dcterms:W3CDTF">2025-04-18T19:10:33Z</dcterms:created>
  <dcterms:modified xsi:type="dcterms:W3CDTF">2025-05-01T05:16:55Z</dcterms:modified>
</cp:coreProperties>
</file>